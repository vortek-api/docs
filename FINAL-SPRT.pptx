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72" r:id="rId10"/>
    <p:sldMasterId id="2147483674" r:id="rId11"/>
  </p:sldMasterIdLst>
  <p:sldIdLst>
    <p:sldId id="256" r:id="rId12"/>
    <p:sldId id="257" r:id="rId13"/>
    <p:sldId id="258" r:id="rId14"/>
    <p:sldId id="259" r:id="rId15"/>
    <p:sldId id="261" r:id="rId16"/>
    <p:sldId id="262" r:id="rId17"/>
    <p:sldId id="260" r:id="rId18"/>
    <p:sldId id="263" r:id="rId19"/>
  </p:sldIdLst>
  <p:sldSz cx="18288000" cy="10287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27F66-497A-CE98-9B48-A93251C1734A}" v="651" dt="2025-04-26T00:06:03.830"/>
    <p1510:client id="{CA43BCE7-37D7-26D9-5782-22DCD6DCA665}" v="23" dt="2025-04-25T03:40:12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C151D1-C320-4980-9CF2-AD737DFB0D1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399CAC0-8E52-45DF-8EF8-DFE6981F15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233A82F-36CC-4CFA-9681-BFC21E4CAB3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FA32614-1F4F-4024-938D-815C1E9C459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17B44C0-FF14-4EC0-8D37-D9B1510DA1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A3D7E170-18A4-4D8B-9F44-A0D69927580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A2CF50F9-8E1E-4FAE-A9BD-6272B62A0D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2FA094E0-5907-4A66-9242-08619D3872B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A07CF70-C021-4F92-AB14-E757FC9882D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97F60BC3-F410-4988-A9C8-10E8043305E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ED92EC1-60C0-49B4-BA7E-8330C50633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95F60EC-BD82-4CAD-884C-0DEE72644A2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0FB6F10-4799-42B7-A9FC-F9531FA9AA4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421D832-1DD7-4E8C-9AF5-21AD8A6BA41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4C8ACC0-5119-462B-A19E-3304273E5A6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82260D85-B11F-44C8-AAA9-EDA8BAC3F12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9F4C3E67-247E-4594-8808-06C8F772A4C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3170CB-9D21-47DE-8040-C975AD8FBE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E4CED7-122C-482F-8E76-8477A4499A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7E0EBE-3DFE-47EB-8ACD-46024F2299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F3A786-5514-47C9-9E3E-20A6259D04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941FEA-1F4B-4CA3-B2CA-C71FFEA91C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F5AB59-FC12-46AE-8376-C3B08DF6CB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455B25-678B-44EA-9E9F-73808AD142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36F46-2E27-4EDB-8552-D4CD748B8E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5393C8-2DD3-43C6-96DF-9766E81E66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do texto do título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4249D-B837-467F-B004-D6AF6BF87C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7.º nível de tópicos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3E38D0-D3B4-4563-850A-5527001290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2"/>
          <p:cNvGrpSpPr/>
          <p:nvPr/>
        </p:nvGrpSpPr>
        <p:grpSpPr>
          <a:xfrm>
            <a:off x="6167880" y="2514240"/>
            <a:ext cx="12119760" cy="5245920"/>
            <a:chOff x="6167880" y="2514240"/>
            <a:chExt cx="12119760" cy="5245920"/>
          </a:xfrm>
        </p:grpSpPr>
        <p:sp>
          <p:nvSpPr>
            <p:cNvPr id="76" name="Freeform 3"/>
            <p:cNvSpPr/>
            <p:nvPr/>
          </p:nvSpPr>
          <p:spPr>
            <a:xfrm>
              <a:off x="6167880" y="2514240"/>
              <a:ext cx="12119760" cy="5245920"/>
            </a:xfrm>
            <a:custGeom>
              <a:avLst/>
              <a:gdLst>
                <a:gd name="textAreaLeft" fmla="*/ 0 w 12119760"/>
                <a:gd name="textAreaRight" fmla="*/ 12120120 w 12119760"/>
                <a:gd name="textAreaTop" fmla="*/ 0 h 5245920"/>
                <a:gd name="textAreaBottom" fmla="*/ 5246280 h 5245920"/>
              </a:gdLst>
              <a:ahLst/>
              <a:cxnLst/>
              <a:rect l="textAreaLeft" t="textAreaTop" r="textAreaRight" b="textAreaBottom"/>
              <a:pathLst>
                <a:path w="1877714" h="812800">
                  <a:moveTo>
                    <a:pt x="0" y="0"/>
                  </a:moveTo>
                  <a:lnTo>
                    <a:pt x="1877714" y="0"/>
                  </a:lnTo>
                  <a:lnTo>
                    <a:pt x="1877714" y="812800"/>
                  </a:lnTo>
                  <a:lnTo>
                    <a:pt x="0" y="81280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77" name="Group 4"/>
          <p:cNvGrpSpPr/>
          <p:nvPr/>
        </p:nvGrpSpPr>
        <p:grpSpPr>
          <a:xfrm>
            <a:off x="-3085" y="8067600"/>
            <a:ext cx="18950245" cy="121365"/>
            <a:chOff x="-1542960" y="8067600"/>
            <a:chExt cx="20490120" cy="264240"/>
          </a:xfrm>
        </p:grpSpPr>
        <p:sp>
          <p:nvSpPr>
            <p:cNvPr id="78" name="Freeform 5"/>
            <p:cNvSpPr/>
            <p:nvPr/>
          </p:nvSpPr>
          <p:spPr>
            <a:xfrm>
              <a:off x="-1542960" y="8284680"/>
              <a:ext cx="20490120" cy="47160"/>
            </a:xfrm>
            <a:custGeom>
              <a:avLst/>
              <a:gdLst>
                <a:gd name="textAreaLeft" fmla="*/ 0 w 20490120"/>
                <a:gd name="textAreaRight" fmla="*/ 20490480 w 204901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5396628" h="12543">
                  <a:moveTo>
                    <a:pt x="0" y="0"/>
                  </a:moveTo>
                  <a:lnTo>
                    <a:pt x="5396628" y="0"/>
                  </a:lnTo>
                  <a:lnTo>
                    <a:pt x="539662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79" name="TextBox 6"/>
            <p:cNvSpPr/>
            <p:nvPr/>
          </p:nvSpPr>
          <p:spPr>
            <a:xfrm>
              <a:off x="-1542960" y="8067600"/>
              <a:ext cx="204901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0" name="Group 7"/>
          <p:cNvGrpSpPr/>
          <p:nvPr/>
        </p:nvGrpSpPr>
        <p:grpSpPr>
          <a:xfrm>
            <a:off x="-3085" y="1716840"/>
            <a:ext cx="18950245" cy="264240"/>
            <a:chOff x="-1542960" y="1716840"/>
            <a:chExt cx="20490120" cy="264240"/>
          </a:xfrm>
        </p:grpSpPr>
        <p:sp>
          <p:nvSpPr>
            <p:cNvPr id="81" name="Freeform 8"/>
            <p:cNvSpPr/>
            <p:nvPr/>
          </p:nvSpPr>
          <p:spPr>
            <a:xfrm>
              <a:off x="-1542960" y="1933920"/>
              <a:ext cx="20490120" cy="47160"/>
            </a:xfrm>
            <a:custGeom>
              <a:avLst/>
              <a:gdLst>
                <a:gd name="textAreaLeft" fmla="*/ 0 w 20490120"/>
                <a:gd name="textAreaRight" fmla="*/ 20490480 w 204901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5396628" h="12543">
                  <a:moveTo>
                    <a:pt x="0" y="0"/>
                  </a:moveTo>
                  <a:lnTo>
                    <a:pt x="5396628" y="0"/>
                  </a:lnTo>
                  <a:lnTo>
                    <a:pt x="539662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2" name="TextBox 9"/>
            <p:cNvSpPr/>
            <p:nvPr/>
          </p:nvSpPr>
          <p:spPr>
            <a:xfrm>
              <a:off x="-1542960" y="1716840"/>
              <a:ext cx="204901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3" name="Group 10"/>
          <p:cNvGrpSpPr/>
          <p:nvPr/>
        </p:nvGrpSpPr>
        <p:grpSpPr>
          <a:xfrm>
            <a:off x="1962360" y="4127760"/>
            <a:ext cx="9205560" cy="1849320"/>
            <a:chOff x="1962360" y="4127760"/>
            <a:chExt cx="9205560" cy="1849320"/>
          </a:xfrm>
        </p:grpSpPr>
        <p:sp>
          <p:nvSpPr>
            <p:cNvPr id="84" name="Freeform 11"/>
            <p:cNvSpPr/>
            <p:nvPr/>
          </p:nvSpPr>
          <p:spPr>
            <a:xfrm>
              <a:off x="1962360" y="4344840"/>
              <a:ext cx="9205560" cy="1632240"/>
            </a:xfrm>
            <a:custGeom>
              <a:avLst/>
              <a:gdLst>
                <a:gd name="textAreaLeft" fmla="*/ 0 w 9205560"/>
                <a:gd name="textAreaRight" fmla="*/ 9205920 w 9205560"/>
                <a:gd name="textAreaTop" fmla="*/ 0 h 1632240"/>
                <a:gd name="textAreaBottom" fmla="*/ 1632600 h 1632240"/>
              </a:gdLst>
              <a:ahLst/>
              <a:cxnLst/>
              <a:rect l="textAreaLeft" t="textAreaTop" r="textAreaRight" b="textAreaBottom"/>
              <a:pathLst>
                <a:path w="2424574" h="430025">
                  <a:moveTo>
                    <a:pt x="0" y="0"/>
                  </a:moveTo>
                  <a:lnTo>
                    <a:pt x="2424574" y="0"/>
                  </a:lnTo>
                  <a:lnTo>
                    <a:pt x="2424574" y="430025"/>
                  </a:lnTo>
                  <a:lnTo>
                    <a:pt x="0" y="430025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5" name="TextBox 12"/>
            <p:cNvSpPr/>
            <p:nvPr/>
          </p:nvSpPr>
          <p:spPr>
            <a:xfrm>
              <a:off x="1962360" y="4127760"/>
              <a:ext cx="9205560" cy="184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86" name="TextBox 19"/>
          <p:cNvSpPr/>
          <p:nvPr/>
        </p:nvSpPr>
        <p:spPr>
          <a:xfrm>
            <a:off x="1962360" y="3692880"/>
            <a:ext cx="4250880" cy="66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5244"/>
              </a:lnSpc>
            </a:pPr>
            <a:r>
              <a:rPr lang="en-US" sz="3740" b="1" u="none" strike="noStrike">
                <a:solidFill>
                  <a:srgbClr val="33335B"/>
                </a:solidFill>
                <a:uFillTx/>
                <a:latin typeface="Anaphora Bold"/>
                <a:ea typeface="Anaphora Bold"/>
              </a:rPr>
              <a:t>SPRINT REVIEW</a:t>
            </a:r>
            <a:endParaRPr lang="pt-BR" sz="374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3061800" y="4140000"/>
            <a:ext cx="8638200" cy="188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14865"/>
              </a:lnSpc>
            </a:pPr>
            <a:r>
              <a:rPr lang="en-US" sz="1062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TIMESYNC</a:t>
            </a:r>
            <a:endParaRPr lang="pt-BR" sz="1062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2"/>
          <p:cNvGrpSpPr/>
          <p:nvPr/>
        </p:nvGrpSpPr>
        <p:grpSpPr>
          <a:xfrm>
            <a:off x="-2745" y="8196996"/>
            <a:ext cx="14083785" cy="372070"/>
            <a:chOff x="-2202480" y="8196996"/>
            <a:chExt cx="16283520" cy="372070"/>
          </a:xfrm>
        </p:grpSpPr>
        <p:sp>
          <p:nvSpPr>
            <p:cNvPr id="89" name="Freeform 3"/>
            <p:cNvSpPr/>
            <p:nvPr/>
          </p:nvSpPr>
          <p:spPr>
            <a:xfrm>
              <a:off x="-2202480" y="828468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0" name="TextBox 4"/>
            <p:cNvSpPr/>
            <p:nvPr/>
          </p:nvSpPr>
          <p:spPr>
            <a:xfrm>
              <a:off x="407010" y="8196996"/>
              <a:ext cx="13674030" cy="37207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1" name="Group 5"/>
          <p:cNvGrpSpPr/>
          <p:nvPr/>
        </p:nvGrpSpPr>
        <p:grpSpPr>
          <a:xfrm>
            <a:off x="-2745" y="1846236"/>
            <a:ext cx="14083785" cy="264240"/>
            <a:chOff x="-2202480" y="1846236"/>
            <a:chExt cx="16283520" cy="264240"/>
          </a:xfrm>
        </p:grpSpPr>
        <p:sp>
          <p:nvSpPr>
            <p:cNvPr id="92" name="Freeform 6"/>
            <p:cNvSpPr/>
            <p:nvPr/>
          </p:nvSpPr>
          <p:spPr>
            <a:xfrm>
              <a:off x="-220248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3" name="TextBox 7"/>
            <p:cNvSpPr/>
            <p:nvPr/>
          </p:nvSpPr>
          <p:spPr>
            <a:xfrm>
              <a:off x="-2745" y="1846236"/>
              <a:ext cx="14083785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4" name="Group 8"/>
          <p:cNvGrpSpPr/>
          <p:nvPr/>
        </p:nvGrpSpPr>
        <p:grpSpPr>
          <a:xfrm>
            <a:off x="1668240" y="1195200"/>
            <a:ext cx="7181280" cy="1143428"/>
            <a:chOff x="1668240" y="1195200"/>
            <a:chExt cx="7181280" cy="1573920"/>
          </a:xfrm>
        </p:grpSpPr>
        <p:sp>
          <p:nvSpPr>
            <p:cNvPr id="95" name="Freeform 9"/>
            <p:cNvSpPr/>
            <p:nvPr/>
          </p:nvSpPr>
          <p:spPr>
            <a:xfrm>
              <a:off x="1668240" y="1364400"/>
              <a:ext cx="7181280" cy="1404720"/>
            </a:xfrm>
            <a:custGeom>
              <a:avLst/>
              <a:gdLst>
                <a:gd name="textAreaLeft" fmla="*/ 0 w 7181280"/>
                <a:gd name="textAreaRight" fmla="*/ 7181640 w 718128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2424574" h="474320">
                  <a:moveTo>
                    <a:pt x="0" y="0"/>
                  </a:moveTo>
                  <a:lnTo>
                    <a:pt x="2424574" y="0"/>
                  </a:lnTo>
                  <a:lnTo>
                    <a:pt x="2424574" y="474320"/>
                  </a:lnTo>
                  <a:lnTo>
                    <a:pt x="0" y="474320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6" name="TextBox 10"/>
            <p:cNvSpPr/>
            <p:nvPr/>
          </p:nvSpPr>
          <p:spPr>
            <a:xfrm>
              <a:off x="1668240" y="1195200"/>
              <a:ext cx="7181280" cy="157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97" name="TextBox 22"/>
          <p:cNvSpPr/>
          <p:nvPr/>
        </p:nvSpPr>
        <p:spPr>
          <a:xfrm>
            <a:off x="1873019" y="1128994"/>
            <a:ext cx="6738840" cy="14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597"/>
              </a:lnSpc>
            </a:pPr>
            <a:r>
              <a:rPr lang="en-US" sz="828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CONTEÚDO</a:t>
            </a:r>
            <a:endParaRPr lang="pt-BR" sz="82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1061219" y="4051800"/>
            <a:ext cx="81180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01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24"/>
          <p:cNvSpPr/>
          <p:nvPr/>
        </p:nvSpPr>
        <p:spPr>
          <a:xfrm>
            <a:off x="1000481" y="5109976"/>
            <a:ext cx="78624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02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25"/>
          <p:cNvSpPr/>
          <p:nvPr/>
        </p:nvSpPr>
        <p:spPr>
          <a:xfrm>
            <a:off x="925377" y="6123600"/>
            <a:ext cx="83556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03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26"/>
          <p:cNvSpPr/>
          <p:nvPr/>
        </p:nvSpPr>
        <p:spPr>
          <a:xfrm>
            <a:off x="8000015" y="3963600"/>
            <a:ext cx="84240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04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Box 27"/>
          <p:cNvSpPr/>
          <p:nvPr/>
        </p:nvSpPr>
        <p:spPr>
          <a:xfrm>
            <a:off x="7993019" y="5063040"/>
            <a:ext cx="921824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05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29"/>
          <p:cNvSpPr/>
          <p:nvPr/>
        </p:nvSpPr>
        <p:spPr>
          <a:xfrm>
            <a:off x="7993019" y="6211800"/>
            <a:ext cx="921824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06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Box 31"/>
          <p:cNvSpPr/>
          <p:nvPr/>
        </p:nvSpPr>
        <p:spPr>
          <a:xfrm>
            <a:off x="2093339" y="4127040"/>
            <a:ext cx="3919680" cy="46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TIME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Box 32"/>
          <p:cNvSpPr/>
          <p:nvPr/>
        </p:nvSpPr>
        <p:spPr>
          <a:xfrm>
            <a:off x="2109777" y="5110234"/>
            <a:ext cx="4444091" cy="4431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OBJETIVO DO PROJETO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33"/>
          <p:cNvSpPr/>
          <p:nvPr/>
        </p:nvSpPr>
        <p:spPr>
          <a:xfrm>
            <a:off x="2087491" y="6216772"/>
            <a:ext cx="4832150" cy="4438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3657"/>
              </a:lnSpc>
            </a:pPr>
            <a:r>
              <a:rPr lang="en-US" sz="2600" spc="210" dirty="0">
                <a:solidFill>
                  <a:srgbClr val="273348"/>
                </a:solidFill>
                <a:latin typeface="Anaphora"/>
              </a:rPr>
              <a:t>HISTÓRICO DAS SPRINTS</a:t>
            </a:r>
            <a:endParaRPr lang="en-US" sz="2600" b="0" u="none" strike="noStrike" spc="210" dirty="0">
              <a:solidFill>
                <a:srgbClr val="273348"/>
              </a:solidFill>
              <a:uFillTx/>
              <a:latin typeface="Anaphora"/>
            </a:endParaRPr>
          </a:p>
        </p:txBody>
      </p:sp>
      <p:sp>
        <p:nvSpPr>
          <p:cNvPr id="107" name="TextBox 34"/>
          <p:cNvSpPr/>
          <p:nvPr/>
        </p:nvSpPr>
        <p:spPr>
          <a:xfrm>
            <a:off x="9190073" y="4056052"/>
            <a:ext cx="5209926" cy="4438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3657"/>
              </a:lnSpc>
            </a:pPr>
            <a:r>
              <a:rPr lang="en-US" sz="2600" spc="210" dirty="0">
                <a:solidFill>
                  <a:srgbClr val="273348"/>
                </a:solidFill>
                <a:latin typeface="Anaphora"/>
              </a:rPr>
              <a:t>OBJETIVO DA SPRINT ATUAL</a:t>
            </a:r>
            <a:endParaRPr lang="en-US" sz="2600" b="0" u="none" strike="noStrike" spc="210" dirty="0">
              <a:solidFill>
                <a:srgbClr val="273348"/>
              </a:solidFill>
              <a:uFillTx/>
              <a:latin typeface="Anaphora"/>
            </a:endParaRPr>
          </a:p>
        </p:txBody>
      </p:sp>
      <p:sp>
        <p:nvSpPr>
          <p:cNvPr id="108" name="TextBox 35"/>
          <p:cNvSpPr/>
          <p:nvPr/>
        </p:nvSpPr>
        <p:spPr>
          <a:xfrm>
            <a:off x="9180849" y="5056410"/>
            <a:ext cx="5154452" cy="441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TECNOLOGIAS UTILIZADAS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Box 37"/>
          <p:cNvSpPr/>
          <p:nvPr/>
        </p:nvSpPr>
        <p:spPr>
          <a:xfrm>
            <a:off x="9168779" y="6120000"/>
            <a:ext cx="4337028" cy="441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PRÓXIMAS ENTREGAS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2"/>
          <p:cNvGrpSpPr/>
          <p:nvPr/>
        </p:nvGrpSpPr>
        <p:grpSpPr>
          <a:xfrm>
            <a:off x="5538" y="1716840"/>
            <a:ext cx="12370943" cy="278893"/>
            <a:chOff x="-3951000" y="1716840"/>
            <a:chExt cx="16283520" cy="264240"/>
          </a:xfrm>
        </p:grpSpPr>
        <p:sp>
          <p:nvSpPr>
            <p:cNvPr id="111" name="Freeform 3"/>
            <p:cNvSpPr/>
            <p:nvPr/>
          </p:nvSpPr>
          <p:spPr>
            <a:xfrm>
              <a:off x="-395100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2" name="TextBox 4"/>
            <p:cNvSpPr/>
            <p:nvPr/>
          </p:nvSpPr>
          <p:spPr>
            <a:xfrm>
              <a:off x="-3951000" y="1716840"/>
              <a:ext cx="162835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13" name="Group 5"/>
          <p:cNvGrpSpPr/>
          <p:nvPr/>
        </p:nvGrpSpPr>
        <p:grpSpPr>
          <a:xfrm>
            <a:off x="1222020" y="1381059"/>
            <a:ext cx="8596080" cy="798866"/>
            <a:chOff x="1219680" y="774720"/>
            <a:chExt cx="8596080" cy="1565280"/>
          </a:xfrm>
        </p:grpSpPr>
        <p:sp>
          <p:nvSpPr>
            <p:cNvPr id="114" name="Freeform 6"/>
            <p:cNvSpPr/>
            <p:nvPr/>
          </p:nvSpPr>
          <p:spPr>
            <a:xfrm>
              <a:off x="1219680" y="907560"/>
              <a:ext cx="8596080" cy="1432440"/>
            </a:xfrm>
            <a:custGeom>
              <a:avLst/>
              <a:gdLst>
                <a:gd name="textAreaLeft" fmla="*/ 0 w 8596080"/>
                <a:gd name="textAreaRight" fmla="*/ 8596440 w 8596080"/>
                <a:gd name="textAreaTop" fmla="*/ 0 h 1432440"/>
                <a:gd name="textAreaBottom" fmla="*/ 1432800 h 1432440"/>
              </a:gdLst>
              <a:ahLst/>
              <a:cxnLst/>
              <a:rect l="textAreaLeft" t="textAreaTop" r="textAreaRight" b="textAreaBottom"/>
              <a:pathLst>
                <a:path w="2902151" h="616267">
                  <a:moveTo>
                    <a:pt x="0" y="0"/>
                  </a:moveTo>
                  <a:lnTo>
                    <a:pt x="2902151" y="0"/>
                  </a:lnTo>
                  <a:lnTo>
                    <a:pt x="2902151" y="616267"/>
                  </a:lnTo>
                  <a:lnTo>
                    <a:pt x="0" y="616267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5" name="TextBox 7"/>
            <p:cNvSpPr/>
            <p:nvPr/>
          </p:nvSpPr>
          <p:spPr>
            <a:xfrm>
              <a:off x="1219680" y="774720"/>
              <a:ext cx="8596080" cy="15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16" name="Freeform 16"/>
          <p:cNvSpPr/>
          <p:nvPr/>
        </p:nvSpPr>
        <p:spPr>
          <a:xfrm>
            <a:off x="4628340" y="2949576"/>
            <a:ext cx="2103840" cy="2103840"/>
          </a:xfrm>
          <a:custGeom>
            <a:avLst/>
            <a:gdLst>
              <a:gd name="textAreaLeft" fmla="*/ 0 w 2103840"/>
              <a:gd name="textAreaRight" fmla="*/ 2104200 w 2103840"/>
              <a:gd name="textAreaTop" fmla="*/ 0 h 2103840"/>
              <a:gd name="textAreaBottom" fmla="*/ 2104200 h 2103840"/>
            </a:gdLst>
            <a:ahLst/>
            <a:cxnLst/>
            <a:rect l="textAreaLeft" t="textAreaTop" r="textAreaRight" b="textAreaBottom"/>
            <a:pathLst>
              <a:path w="2104113" h="2104113">
                <a:moveTo>
                  <a:pt x="0" y="0"/>
                </a:moveTo>
                <a:lnTo>
                  <a:pt x="2104112" y="0"/>
                </a:lnTo>
                <a:lnTo>
                  <a:pt x="2104112" y="2104113"/>
                </a:lnTo>
                <a:lnTo>
                  <a:pt x="0" y="21041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Freeform 18"/>
          <p:cNvSpPr/>
          <p:nvPr/>
        </p:nvSpPr>
        <p:spPr>
          <a:xfrm>
            <a:off x="3717129" y="6826093"/>
            <a:ext cx="2103840" cy="2251080"/>
          </a:xfrm>
          <a:custGeom>
            <a:avLst/>
            <a:gdLst>
              <a:gd name="textAreaLeft" fmla="*/ 0 w 2103840"/>
              <a:gd name="textAreaRight" fmla="*/ 2104200 w 2103840"/>
              <a:gd name="textAreaTop" fmla="*/ 0 h 2251080"/>
              <a:gd name="textAreaBottom" fmla="*/ 2251440 h 2251080"/>
            </a:gdLst>
            <a:ahLst/>
            <a:cxnLst/>
            <a:rect l="textAreaLeft" t="textAreaTop" r="textAreaRight" b="textAreaBottom"/>
            <a:pathLst>
              <a:path w="2104113" h="2251272">
                <a:moveTo>
                  <a:pt x="0" y="0"/>
                </a:moveTo>
                <a:lnTo>
                  <a:pt x="2104112" y="0"/>
                </a:lnTo>
                <a:lnTo>
                  <a:pt x="2104112" y="2251272"/>
                </a:lnTo>
                <a:lnTo>
                  <a:pt x="0" y="22512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Freeform 19"/>
          <p:cNvSpPr/>
          <p:nvPr/>
        </p:nvSpPr>
        <p:spPr>
          <a:xfrm>
            <a:off x="6569409" y="6826093"/>
            <a:ext cx="2082960" cy="2251080"/>
          </a:xfrm>
          <a:custGeom>
            <a:avLst/>
            <a:gdLst>
              <a:gd name="textAreaLeft" fmla="*/ 0 w 2082960"/>
              <a:gd name="textAreaRight" fmla="*/ 2083320 w 2082960"/>
              <a:gd name="textAreaTop" fmla="*/ 0 h 2251080"/>
              <a:gd name="textAreaBottom" fmla="*/ 2251440 h 2251080"/>
            </a:gdLst>
            <a:ahLst/>
            <a:cxnLst/>
            <a:rect l="textAreaLeft" t="textAreaTop" r="textAreaRight" b="textAreaBottom"/>
            <a:pathLst>
              <a:path w="2083224" h="2251272">
                <a:moveTo>
                  <a:pt x="0" y="0"/>
                </a:moveTo>
                <a:lnTo>
                  <a:pt x="2083224" y="0"/>
                </a:lnTo>
                <a:lnTo>
                  <a:pt x="2083224" y="2251272"/>
                </a:lnTo>
                <a:lnTo>
                  <a:pt x="0" y="22512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Freeform 20"/>
          <p:cNvSpPr/>
          <p:nvPr/>
        </p:nvSpPr>
        <p:spPr>
          <a:xfrm>
            <a:off x="9405129" y="6826093"/>
            <a:ext cx="1904040" cy="2251080"/>
          </a:xfrm>
          <a:custGeom>
            <a:avLst/>
            <a:gdLst>
              <a:gd name="textAreaLeft" fmla="*/ 0 w 1904040"/>
              <a:gd name="textAreaRight" fmla="*/ 1904400 w 1904040"/>
              <a:gd name="textAreaTop" fmla="*/ 0 h 2251080"/>
              <a:gd name="textAreaBottom" fmla="*/ 2251440 h 2251080"/>
            </a:gdLst>
            <a:ahLst/>
            <a:cxnLst/>
            <a:rect l="textAreaLeft" t="textAreaTop" r="textAreaRight" b="textAreaBottom"/>
            <a:pathLst>
              <a:path w="1904257" h="2251272">
                <a:moveTo>
                  <a:pt x="0" y="0"/>
                </a:moveTo>
                <a:lnTo>
                  <a:pt x="1904257" y="0"/>
                </a:lnTo>
                <a:lnTo>
                  <a:pt x="1904257" y="2251272"/>
                </a:lnTo>
                <a:lnTo>
                  <a:pt x="0" y="22512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Freeform 21"/>
          <p:cNvSpPr/>
          <p:nvPr/>
        </p:nvSpPr>
        <p:spPr>
          <a:xfrm>
            <a:off x="11947809" y="6848053"/>
            <a:ext cx="2103840" cy="2242080"/>
          </a:xfrm>
          <a:custGeom>
            <a:avLst/>
            <a:gdLst>
              <a:gd name="textAreaLeft" fmla="*/ 0 w 2103840"/>
              <a:gd name="textAreaRight" fmla="*/ 2104200 w 2103840"/>
              <a:gd name="textAreaTop" fmla="*/ 0 h 2242080"/>
              <a:gd name="textAreaBottom" fmla="*/ 2242440 h 2242080"/>
            </a:gdLst>
            <a:ahLst/>
            <a:cxnLst/>
            <a:rect l="textAreaLeft" t="textAreaTop" r="textAreaRight" b="textAreaBottom"/>
            <a:pathLst>
              <a:path w="2104113" h="2242310">
                <a:moveTo>
                  <a:pt x="0" y="0"/>
                </a:moveTo>
                <a:lnTo>
                  <a:pt x="2104113" y="0"/>
                </a:lnTo>
                <a:lnTo>
                  <a:pt x="2104113" y="2242310"/>
                </a:lnTo>
                <a:lnTo>
                  <a:pt x="0" y="22423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Freeform 25"/>
          <p:cNvSpPr/>
          <p:nvPr/>
        </p:nvSpPr>
        <p:spPr>
          <a:xfrm>
            <a:off x="7423380" y="2920056"/>
            <a:ext cx="2054520" cy="2137320"/>
          </a:xfrm>
          <a:custGeom>
            <a:avLst/>
            <a:gdLst>
              <a:gd name="textAreaLeft" fmla="*/ 0 w 2054520"/>
              <a:gd name="textAreaRight" fmla="*/ 2054880 w 2054520"/>
              <a:gd name="textAreaTop" fmla="*/ 0 h 2137320"/>
              <a:gd name="textAreaBottom" fmla="*/ 2137680 h 2137320"/>
            </a:gdLst>
            <a:ahLst/>
            <a:cxnLst/>
            <a:rect l="textAreaLeft" t="textAreaTop" r="textAreaRight" b="textAreaBottom"/>
            <a:pathLst>
              <a:path w="2055025" h="2137653">
                <a:moveTo>
                  <a:pt x="0" y="0"/>
                </a:moveTo>
                <a:lnTo>
                  <a:pt x="2055025" y="0"/>
                </a:lnTo>
                <a:lnTo>
                  <a:pt x="2055025" y="2137653"/>
                </a:lnTo>
                <a:lnTo>
                  <a:pt x="0" y="21376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Freeform 26"/>
          <p:cNvSpPr/>
          <p:nvPr/>
        </p:nvSpPr>
        <p:spPr>
          <a:xfrm>
            <a:off x="10177380" y="2871096"/>
            <a:ext cx="2035080" cy="2186640"/>
          </a:xfrm>
          <a:custGeom>
            <a:avLst/>
            <a:gdLst>
              <a:gd name="textAreaLeft" fmla="*/ 0 w 2035080"/>
              <a:gd name="textAreaRight" fmla="*/ 2035440 w 2035080"/>
              <a:gd name="textAreaTop" fmla="*/ 0 h 2186640"/>
              <a:gd name="textAreaBottom" fmla="*/ 2187000 h 2186640"/>
            </a:gdLst>
            <a:ahLst/>
            <a:cxnLst/>
            <a:rect l="textAreaLeft" t="textAreaTop" r="textAreaRight" b="textAreaBottom"/>
            <a:pathLst>
              <a:path w="2035516" h="2186961">
                <a:moveTo>
                  <a:pt x="0" y="0"/>
                </a:moveTo>
                <a:lnTo>
                  <a:pt x="2035515" y="0"/>
                </a:lnTo>
                <a:lnTo>
                  <a:pt x="2035515" y="2186961"/>
                </a:lnTo>
                <a:lnTo>
                  <a:pt x="0" y="21869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2948760" y="1310611"/>
            <a:ext cx="8246160" cy="10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118"/>
              </a:lnSpc>
            </a:pPr>
            <a:r>
              <a:rPr lang="en-US" sz="580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TIME VORTEK</a:t>
            </a:r>
            <a:endParaRPr lang="pt-BR" sz="5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4474260" y="5158019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Mariana Oliveira </a:t>
            </a: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PO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7226100" y="5158019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Thiago Abreu 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MASTER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30"/>
          <p:cNvSpPr/>
          <p:nvPr/>
        </p:nvSpPr>
        <p:spPr>
          <a:xfrm>
            <a:off x="9977940" y="5204347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Luiz Ricardo 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32"/>
          <p:cNvSpPr/>
          <p:nvPr/>
        </p:nvSpPr>
        <p:spPr>
          <a:xfrm>
            <a:off x="3717129" y="9270948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Tiago Alberto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Box 33"/>
          <p:cNvSpPr/>
          <p:nvPr/>
        </p:nvSpPr>
        <p:spPr>
          <a:xfrm>
            <a:off x="6309489" y="9270948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Diego Gamero 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Box 34"/>
          <p:cNvSpPr/>
          <p:nvPr/>
        </p:nvSpPr>
        <p:spPr>
          <a:xfrm>
            <a:off x="9199929" y="9247548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José Wesley 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TextBox 35"/>
          <p:cNvSpPr/>
          <p:nvPr/>
        </p:nvSpPr>
        <p:spPr>
          <a:xfrm>
            <a:off x="11942409" y="9175188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80" b="1" u="none" strike="noStrike">
                <a:solidFill>
                  <a:srgbClr val="000000"/>
                </a:solidFill>
                <a:uFillTx/>
                <a:latin typeface="Aleo Bold"/>
                <a:ea typeface="Aleo Bold"/>
              </a:rPr>
              <a:t>João Ventura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80" b="1" u="sng" strike="noStrike">
                <a:solidFill>
                  <a:srgbClr val="035B03"/>
                </a:solidFill>
                <a:uFillTx/>
                <a:latin typeface="Aleo Bold"/>
                <a:ea typeface="Aleo Bold"/>
              </a:rPr>
              <a:t>DEV</a:t>
            </a:r>
            <a:endParaRPr lang="pt-BR" sz="21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2"/>
          <p:cNvGrpSpPr/>
          <p:nvPr/>
        </p:nvGrpSpPr>
        <p:grpSpPr>
          <a:xfrm>
            <a:off x="2845855" y="2928224"/>
            <a:ext cx="15442145" cy="200740"/>
            <a:chOff x="2841120" y="3122280"/>
            <a:chExt cx="16283520" cy="264240"/>
          </a:xfrm>
        </p:grpSpPr>
        <p:sp>
          <p:nvSpPr>
            <p:cNvPr id="132" name="Freeform 3"/>
            <p:cNvSpPr/>
            <p:nvPr/>
          </p:nvSpPr>
          <p:spPr>
            <a:xfrm>
              <a:off x="2841120" y="333900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3" name="TextBox 4"/>
            <p:cNvSpPr/>
            <p:nvPr/>
          </p:nvSpPr>
          <p:spPr>
            <a:xfrm>
              <a:off x="2841120" y="3122280"/>
              <a:ext cx="162835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34" name="Group 5"/>
          <p:cNvGrpSpPr/>
          <p:nvPr/>
        </p:nvGrpSpPr>
        <p:grpSpPr>
          <a:xfrm>
            <a:off x="7661520" y="2500966"/>
            <a:ext cx="8960400" cy="1055257"/>
            <a:chOff x="7647480" y="1667520"/>
            <a:chExt cx="8960400" cy="2414880"/>
          </a:xfrm>
        </p:grpSpPr>
        <p:sp>
          <p:nvSpPr>
            <p:cNvPr id="135" name="Freeform 6"/>
            <p:cNvSpPr/>
            <p:nvPr/>
          </p:nvSpPr>
          <p:spPr>
            <a:xfrm>
              <a:off x="7647480" y="1836720"/>
              <a:ext cx="8960400" cy="2245680"/>
            </a:xfrm>
            <a:custGeom>
              <a:avLst/>
              <a:gdLst>
                <a:gd name="textAreaLeft" fmla="*/ 0 w 8960400"/>
                <a:gd name="textAreaRight" fmla="*/ 8960760 w 8960400"/>
                <a:gd name="textAreaTop" fmla="*/ 0 h 2245680"/>
                <a:gd name="textAreaBottom" fmla="*/ 2246040 h 2245680"/>
              </a:gdLst>
              <a:ahLst/>
              <a:cxnLst/>
              <a:rect l="textAreaLeft" t="textAreaTop" r="textAreaRight" b="textAreaBottom"/>
              <a:pathLst>
                <a:path w="3025172" h="758214">
                  <a:moveTo>
                    <a:pt x="0" y="0"/>
                  </a:moveTo>
                  <a:lnTo>
                    <a:pt x="3025172" y="0"/>
                  </a:lnTo>
                  <a:lnTo>
                    <a:pt x="3025172" y="758214"/>
                  </a:lnTo>
                  <a:lnTo>
                    <a:pt x="0" y="758214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6" name="TextBox 7"/>
            <p:cNvSpPr/>
            <p:nvPr/>
          </p:nvSpPr>
          <p:spPr>
            <a:xfrm>
              <a:off x="7647480" y="1667520"/>
              <a:ext cx="8960400" cy="241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7" name="TextBox 8"/>
          <p:cNvSpPr/>
          <p:nvPr/>
        </p:nvSpPr>
        <p:spPr>
          <a:xfrm>
            <a:off x="8165891" y="2395912"/>
            <a:ext cx="8552160" cy="23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9238"/>
              </a:lnSpc>
            </a:pPr>
            <a:r>
              <a:rPr lang="en-US" sz="660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OBJETIVO DO PROJETO</a:t>
            </a:r>
            <a:endParaRPr lang="pt-BR" sz="6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3981960" y="4844683"/>
            <a:ext cx="12435840" cy="32316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173"/>
              </a:lnSpc>
            </a:pP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O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objetivo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do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projeto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é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oferecer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uma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solução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eficiente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e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automatizada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para o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controle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de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ponto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de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funcionários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em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empresas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terceirizadas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, com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foco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em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áreas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de </a:t>
            </a:r>
            <a:r>
              <a:rPr lang="en-US" sz="4000" b="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manutenção</a:t>
            </a: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.  </a:t>
            </a:r>
            <a:endParaRPr lang="pt-BR" sz="4000" b="0" u="none" strike="noStrike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  <a:p>
            <a:pPr defTabSz="914400">
              <a:lnSpc>
                <a:spcPts val="4173"/>
              </a:lnSpc>
            </a:pP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   </a:t>
            </a:r>
            <a:endParaRPr lang="pt-BR" sz="4000" b="0" u="none" strike="noStrike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  <a:p>
            <a:pPr defTabSz="914400">
              <a:lnSpc>
                <a:spcPts val="4173"/>
              </a:lnSpc>
            </a:pPr>
            <a:endParaRPr lang="pt-BR" sz="4000" b="0" u="none" strike="noStrike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2"/>
          <p:cNvGrpSpPr/>
          <p:nvPr/>
        </p:nvGrpSpPr>
        <p:grpSpPr>
          <a:xfrm>
            <a:off x="3826730" y="1595316"/>
            <a:ext cx="14457895" cy="295990"/>
            <a:chOff x="3827160" y="2023560"/>
            <a:chExt cx="16283520" cy="264240"/>
          </a:xfrm>
        </p:grpSpPr>
        <p:sp>
          <p:nvSpPr>
            <p:cNvPr id="148" name="Freeform 3"/>
            <p:cNvSpPr/>
            <p:nvPr/>
          </p:nvSpPr>
          <p:spPr>
            <a:xfrm>
              <a:off x="3827160" y="224064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9" name="TextBox 4"/>
            <p:cNvSpPr/>
            <p:nvPr/>
          </p:nvSpPr>
          <p:spPr>
            <a:xfrm>
              <a:off x="3827160" y="2023560"/>
              <a:ext cx="162835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50" name="Group 5"/>
          <p:cNvGrpSpPr/>
          <p:nvPr/>
        </p:nvGrpSpPr>
        <p:grpSpPr>
          <a:xfrm>
            <a:off x="1434090" y="8957520"/>
            <a:ext cx="16850535" cy="300600"/>
            <a:chOff x="1338840" y="8957520"/>
            <a:chExt cx="18803160" cy="300600"/>
          </a:xfrm>
        </p:grpSpPr>
        <p:sp>
          <p:nvSpPr>
            <p:cNvPr id="151" name="Freeform 6"/>
            <p:cNvSpPr/>
            <p:nvPr/>
          </p:nvSpPr>
          <p:spPr>
            <a:xfrm>
              <a:off x="1338840" y="9174240"/>
              <a:ext cx="18803160" cy="83520"/>
            </a:xfrm>
            <a:custGeom>
              <a:avLst/>
              <a:gdLst>
                <a:gd name="textAreaLeft" fmla="*/ 0 w 18803160"/>
                <a:gd name="textAreaRight" fmla="*/ 18803520 w 1880316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4952378" h="22092">
                  <a:moveTo>
                    <a:pt x="0" y="0"/>
                  </a:moveTo>
                  <a:lnTo>
                    <a:pt x="4952378" y="0"/>
                  </a:lnTo>
                  <a:lnTo>
                    <a:pt x="4952378" y="22092"/>
                  </a:lnTo>
                  <a:lnTo>
                    <a:pt x="0" y="22092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8880" rIns="90000" bIns="3888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52" name="TextBox 7"/>
            <p:cNvSpPr/>
            <p:nvPr/>
          </p:nvSpPr>
          <p:spPr>
            <a:xfrm>
              <a:off x="1338840" y="8957520"/>
              <a:ext cx="1880316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53" name="Group 8"/>
          <p:cNvGrpSpPr/>
          <p:nvPr/>
        </p:nvGrpSpPr>
        <p:grpSpPr>
          <a:xfrm>
            <a:off x="1625012" y="1360367"/>
            <a:ext cx="11203453" cy="1086035"/>
            <a:chOff x="1338840" y="773280"/>
            <a:chExt cx="7804800" cy="2306160"/>
          </a:xfrm>
        </p:grpSpPr>
        <p:sp>
          <p:nvSpPr>
            <p:cNvPr id="154" name="Freeform 9"/>
            <p:cNvSpPr/>
            <p:nvPr/>
          </p:nvSpPr>
          <p:spPr>
            <a:xfrm>
              <a:off x="1338840" y="942480"/>
              <a:ext cx="7804800" cy="2136960"/>
            </a:xfrm>
            <a:custGeom>
              <a:avLst/>
              <a:gdLst>
                <a:gd name="textAreaLeft" fmla="*/ 0 w 7804800"/>
                <a:gd name="textAreaRight" fmla="*/ 7805160 w 7804800"/>
                <a:gd name="textAreaTop" fmla="*/ 0 h 2136960"/>
                <a:gd name="textAreaBottom" fmla="*/ 2137320 h 2136960"/>
              </a:gdLst>
              <a:ahLst/>
              <a:cxnLst/>
              <a:rect l="textAreaLeft" t="textAreaTop" r="textAreaRight" b="textAreaBottom"/>
              <a:pathLst>
                <a:path w="2635033" h="721551">
                  <a:moveTo>
                    <a:pt x="0" y="0"/>
                  </a:moveTo>
                  <a:lnTo>
                    <a:pt x="2635033" y="0"/>
                  </a:lnTo>
                  <a:lnTo>
                    <a:pt x="2635033" y="721551"/>
                  </a:lnTo>
                  <a:lnTo>
                    <a:pt x="0" y="721551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55" name="TextBox 10"/>
            <p:cNvSpPr/>
            <p:nvPr/>
          </p:nvSpPr>
          <p:spPr>
            <a:xfrm>
              <a:off x="1338840" y="773280"/>
              <a:ext cx="7804800" cy="230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56" name="TextBox 11"/>
          <p:cNvSpPr/>
          <p:nvPr/>
        </p:nvSpPr>
        <p:spPr>
          <a:xfrm>
            <a:off x="2402934" y="1285205"/>
            <a:ext cx="10739429" cy="12079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10080"/>
              </a:lnSpc>
            </a:pPr>
            <a:r>
              <a:rPr lang="en-US" sz="7200" dirty="0">
                <a:solidFill>
                  <a:srgbClr val="FFFBF5"/>
                </a:solidFill>
                <a:latin typeface="Anaphora"/>
              </a:rPr>
              <a:t>HISTÓRICO DAS SPRINTS</a:t>
            </a:r>
            <a:endParaRPr lang="pt-BR" sz="7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Box 21"/>
          <p:cNvSpPr/>
          <p:nvPr/>
        </p:nvSpPr>
        <p:spPr>
          <a:xfrm>
            <a:off x="1438200" y="3255120"/>
            <a:ext cx="15411600" cy="98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892"/>
              </a:lnSpc>
            </a:pPr>
            <a:endParaRPr lang="pt-BR" sz="27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3892"/>
              </a:lnSpc>
            </a:pPr>
            <a:endParaRPr lang="pt-BR" sz="27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4EE37-2E49-7202-BA95-0C1B77525961}"/>
              </a:ext>
            </a:extLst>
          </p:cNvPr>
          <p:cNvSpPr txBox="1"/>
          <p:nvPr/>
        </p:nvSpPr>
        <p:spPr>
          <a:xfrm>
            <a:off x="1434090" y="4046221"/>
            <a:ext cx="780480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Arial"/>
                <a:ea typeface="+mn-lt"/>
                <a:cs typeface="+mn-lt"/>
              </a:rPr>
              <a:t>Sprint 1 </a:t>
            </a:r>
            <a:endParaRPr lang="en-US" sz="4000" b="1" dirty="0">
              <a:latin typeface="Arial"/>
              <a:ea typeface="Calibri"/>
              <a:cs typeface="Calibri"/>
            </a:endParaRPr>
          </a:p>
          <a:p>
            <a:endParaRPr lang="en-US" sz="4000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4000" err="1">
                <a:latin typeface="Arial"/>
                <a:ea typeface="+mn-lt"/>
                <a:cs typeface="+mn-lt"/>
              </a:rPr>
              <a:t>Cadastro</a:t>
            </a:r>
            <a:r>
              <a:rPr lang="en-US" sz="4000" dirty="0">
                <a:latin typeface="Arial"/>
                <a:ea typeface="+mn-lt"/>
                <a:cs typeface="+mn-lt"/>
              </a:rPr>
              <a:t> </a:t>
            </a:r>
            <a:r>
              <a:rPr lang="en-US" sz="4000">
                <a:latin typeface="Arial"/>
                <a:ea typeface="+mn-lt"/>
                <a:cs typeface="+mn-lt"/>
              </a:rPr>
              <a:t>de empresas</a:t>
            </a:r>
            <a:endParaRPr lang="en-US" sz="4000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4000" err="1">
                <a:latin typeface="Arial"/>
                <a:ea typeface="+mn-lt"/>
                <a:cs typeface="+mn-lt"/>
              </a:rPr>
              <a:t>Cadastro</a:t>
            </a:r>
            <a:r>
              <a:rPr lang="en-US" sz="4000" dirty="0">
                <a:latin typeface="Arial"/>
                <a:ea typeface="+mn-lt"/>
                <a:cs typeface="+mn-lt"/>
              </a:rPr>
              <a:t> </a:t>
            </a:r>
            <a:r>
              <a:rPr lang="en-US" sz="4000">
                <a:latin typeface="Arial"/>
                <a:ea typeface="+mn-lt"/>
                <a:cs typeface="+mn-lt"/>
              </a:rPr>
              <a:t>de profissionais</a:t>
            </a:r>
          </a:p>
          <a:p>
            <a:pPr marL="285750" indent="-285750">
              <a:buFont typeface="Arial,Sans-Serif"/>
              <a:buChar char="•"/>
            </a:pPr>
            <a:r>
              <a:rPr lang="en-US" sz="4000">
                <a:latin typeface="Arial"/>
                <a:ea typeface="+mn-lt"/>
                <a:cs typeface="+mn-lt"/>
              </a:rPr>
              <a:t>Visualização de profissionais</a:t>
            </a:r>
            <a:endParaRPr lang="en-US" sz="4000" dirty="0">
              <a:latin typeface="Arial"/>
              <a:ea typeface="Calibri"/>
              <a:cs typeface="Calibri"/>
            </a:endParaRPr>
          </a:p>
          <a:p>
            <a:endParaRPr lang="en-US" sz="4000" dirty="0">
              <a:latin typeface="Arial"/>
              <a:ea typeface="Calibri"/>
              <a:cs typeface="Calibri"/>
            </a:endParaRPr>
          </a:p>
          <a:p>
            <a:endParaRPr lang="en-US" sz="4000" dirty="0">
              <a:latin typeface="Arial"/>
              <a:ea typeface="Calibri"/>
              <a:cs typeface="Calibri"/>
            </a:endParaRPr>
          </a:p>
          <a:p>
            <a:endParaRPr lang="en-US" sz="4000" dirty="0">
              <a:latin typeface="Arial"/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96F038-AE36-F0D2-6778-36797678D4E5}"/>
              </a:ext>
            </a:extLst>
          </p:cNvPr>
          <p:cNvSpPr txBox="1"/>
          <p:nvPr/>
        </p:nvSpPr>
        <p:spPr>
          <a:xfrm>
            <a:off x="10894378" y="3674926"/>
            <a:ext cx="9144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latin typeface="Arial"/>
                <a:ea typeface="+mn-lt"/>
                <a:cs typeface="+mn-lt"/>
              </a:rPr>
              <a:t>Sprint 2</a:t>
            </a:r>
            <a:endParaRPr lang="en-US" sz="4000" b="1">
              <a:latin typeface="Arial"/>
              <a:ea typeface="Calibri"/>
              <a:cs typeface="Calibri"/>
            </a:endParaRPr>
          </a:p>
          <a:p>
            <a:endParaRPr lang="en-US" sz="4000" b="1">
              <a:latin typeface="Arial"/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4000">
                <a:latin typeface="Arial"/>
                <a:ea typeface="+mn-lt"/>
                <a:cs typeface="+mn-lt"/>
              </a:rPr>
              <a:t>Geração de relatórios </a:t>
            </a:r>
          </a:p>
          <a:p>
            <a:pPr marL="285750" indent="-285750">
              <a:buFont typeface="Arial,Sans-Serif"/>
              <a:buChar char="•"/>
            </a:pPr>
            <a:r>
              <a:rPr lang="en-US" sz="4000">
                <a:latin typeface="Arial"/>
                <a:ea typeface="+mn-lt"/>
                <a:cs typeface="+mn-lt"/>
              </a:rPr>
              <a:t>Tela exclusiva de pontos </a:t>
            </a:r>
          </a:p>
          <a:p>
            <a:pPr marL="285750" indent="-285750">
              <a:buFont typeface="Arial,Sans-Serif"/>
              <a:buChar char="•"/>
            </a:pPr>
            <a:r>
              <a:rPr lang="en-US" sz="4000">
                <a:latin typeface="Arial"/>
                <a:ea typeface="+mn-lt"/>
                <a:cs typeface="+mn-lt"/>
              </a:rPr>
              <a:t>Dashboard interativo </a:t>
            </a:r>
            <a:endParaRPr lang="en-US" sz="4000">
              <a:latin typeface="Arial"/>
              <a:ea typeface="Calibri"/>
              <a:cs typeface="Calibri"/>
            </a:endParaRPr>
          </a:p>
          <a:p>
            <a:endParaRPr lang="en-US" sz="4000">
              <a:latin typeface="Arial"/>
              <a:ea typeface="Calibri"/>
              <a:cs typeface="Calibri"/>
            </a:endParaRPr>
          </a:p>
          <a:p>
            <a:endParaRPr lang="en-US" sz="4000">
              <a:latin typeface="Arial"/>
              <a:ea typeface="Calibri"/>
              <a:cs typeface="Calibri"/>
            </a:endParaRPr>
          </a:p>
          <a:p>
            <a:endParaRPr lang="en-US" sz="4000" dirty="0">
              <a:latin typeface="Arial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6"/>
          <p:cNvGrpSpPr/>
          <p:nvPr/>
        </p:nvGrpSpPr>
        <p:grpSpPr>
          <a:xfrm>
            <a:off x="4174790" y="1803090"/>
            <a:ext cx="14113210" cy="284040"/>
            <a:chOff x="4090320" y="2126160"/>
            <a:chExt cx="15033960" cy="284040"/>
          </a:xfrm>
        </p:grpSpPr>
        <p:sp>
          <p:nvSpPr>
            <p:cNvPr id="159" name="Freeform 7"/>
            <p:cNvSpPr/>
            <p:nvPr/>
          </p:nvSpPr>
          <p:spPr>
            <a:xfrm>
              <a:off x="4090320" y="2342880"/>
              <a:ext cx="15033960" cy="67320"/>
            </a:xfrm>
            <a:custGeom>
              <a:avLst/>
              <a:gdLst>
                <a:gd name="textAreaLeft" fmla="*/ 0 w 15033960"/>
                <a:gd name="textAreaRight" fmla="*/ 15034320 w 150339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959696" h="17798">
                  <a:moveTo>
                    <a:pt x="0" y="0"/>
                  </a:moveTo>
                  <a:lnTo>
                    <a:pt x="3959696" y="0"/>
                  </a:lnTo>
                  <a:lnTo>
                    <a:pt x="3959696" y="17798"/>
                  </a:lnTo>
                  <a:lnTo>
                    <a:pt x="0" y="17798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0" name="TextBox 13"/>
            <p:cNvSpPr/>
            <p:nvPr/>
          </p:nvSpPr>
          <p:spPr>
            <a:xfrm>
              <a:off x="4090320" y="2126160"/>
              <a:ext cx="1503396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61" name="Group 9"/>
          <p:cNvGrpSpPr/>
          <p:nvPr/>
        </p:nvGrpSpPr>
        <p:grpSpPr>
          <a:xfrm>
            <a:off x="4163760" y="9133920"/>
            <a:ext cx="14113210" cy="284040"/>
            <a:chOff x="4163760" y="9133920"/>
            <a:chExt cx="15033960" cy="284040"/>
          </a:xfrm>
        </p:grpSpPr>
        <p:sp>
          <p:nvSpPr>
            <p:cNvPr id="162" name="Freeform 10"/>
            <p:cNvSpPr/>
            <p:nvPr/>
          </p:nvSpPr>
          <p:spPr>
            <a:xfrm>
              <a:off x="4163760" y="9350640"/>
              <a:ext cx="15033960" cy="67320"/>
            </a:xfrm>
            <a:custGeom>
              <a:avLst/>
              <a:gdLst>
                <a:gd name="textAreaLeft" fmla="*/ 0 w 15033960"/>
                <a:gd name="textAreaRight" fmla="*/ 15034320 w 150339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959696" h="17798">
                  <a:moveTo>
                    <a:pt x="0" y="0"/>
                  </a:moveTo>
                  <a:lnTo>
                    <a:pt x="3959696" y="0"/>
                  </a:lnTo>
                  <a:lnTo>
                    <a:pt x="3959696" y="17798"/>
                  </a:lnTo>
                  <a:lnTo>
                    <a:pt x="0" y="17798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3" name="TextBox 14"/>
            <p:cNvSpPr/>
            <p:nvPr/>
          </p:nvSpPr>
          <p:spPr>
            <a:xfrm>
              <a:off x="4163760" y="9133920"/>
              <a:ext cx="1503396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64" name="Group 11"/>
          <p:cNvGrpSpPr/>
          <p:nvPr/>
        </p:nvGrpSpPr>
        <p:grpSpPr>
          <a:xfrm>
            <a:off x="2335293" y="1532340"/>
            <a:ext cx="10280520" cy="978840"/>
            <a:chOff x="2268360" y="1080000"/>
            <a:chExt cx="10280520" cy="1573920"/>
          </a:xfrm>
        </p:grpSpPr>
        <p:sp>
          <p:nvSpPr>
            <p:cNvPr id="165" name="Freeform 12"/>
            <p:cNvSpPr/>
            <p:nvPr/>
          </p:nvSpPr>
          <p:spPr>
            <a:xfrm>
              <a:off x="2268360" y="1249200"/>
              <a:ext cx="10280520" cy="1404720"/>
            </a:xfrm>
            <a:custGeom>
              <a:avLst/>
              <a:gdLst>
                <a:gd name="textAreaLeft" fmla="*/ 0 w 10280520"/>
                <a:gd name="textAreaRight" fmla="*/ 10280880 w 1028052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3470876" h="474320">
                  <a:moveTo>
                    <a:pt x="0" y="0"/>
                  </a:moveTo>
                  <a:lnTo>
                    <a:pt x="3470876" y="0"/>
                  </a:lnTo>
                  <a:lnTo>
                    <a:pt x="3470876" y="474320"/>
                  </a:lnTo>
                  <a:lnTo>
                    <a:pt x="0" y="474320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6" name="TextBox 15"/>
            <p:cNvSpPr/>
            <p:nvPr/>
          </p:nvSpPr>
          <p:spPr>
            <a:xfrm>
              <a:off x="2268360" y="1080000"/>
              <a:ext cx="10280520" cy="157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67" name="Freeform 13"/>
          <p:cNvSpPr/>
          <p:nvPr/>
        </p:nvSpPr>
        <p:spPr>
          <a:xfrm>
            <a:off x="1424880" y="3127680"/>
            <a:ext cx="2514240" cy="2514240"/>
          </a:xfrm>
          <a:custGeom>
            <a:avLst/>
            <a:gdLst>
              <a:gd name="textAreaLeft" fmla="*/ 0 w 2514240"/>
              <a:gd name="textAreaRight" fmla="*/ 2514600 w 2514240"/>
              <a:gd name="textAreaTop" fmla="*/ 0 h 2514240"/>
              <a:gd name="textAreaBottom" fmla="*/ 2514600 h 2514240"/>
            </a:gdLst>
            <a:ahLst/>
            <a:cxnLst/>
            <a:rect l="textAreaLeft" t="textAreaTop" r="textAreaRight" b="textAreaBottom"/>
            <a:pathLst>
              <a:path w="2514658" h="2514658">
                <a:moveTo>
                  <a:pt x="0" y="0"/>
                </a:moveTo>
                <a:lnTo>
                  <a:pt x="2514658" y="0"/>
                </a:lnTo>
                <a:lnTo>
                  <a:pt x="2514658" y="2514658"/>
                </a:lnTo>
                <a:lnTo>
                  <a:pt x="0" y="25146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Freeform 22"/>
          <p:cNvSpPr/>
          <p:nvPr/>
        </p:nvSpPr>
        <p:spPr>
          <a:xfrm>
            <a:off x="5090400" y="3341520"/>
            <a:ext cx="2318040" cy="2318040"/>
          </a:xfrm>
          <a:custGeom>
            <a:avLst/>
            <a:gdLst>
              <a:gd name="textAreaLeft" fmla="*/ 0 w 2318040"/>
              <a:gd name="textAreaRight" fmla="*/ 2318400 w 2318040"/>
              <a:gd name="textAreaTop" fmla="*/ 0 h 2318040"/>
              <a:gd name="textAreaBottom" fmla="*/ 2318400 h 2318040"/>
            </a:gdLst>
            <a:ahLst/>
            <a:cxnLst/>
            <a:rect l="textAreaLeft" t="textAreaTop" r="textAreaRight" b="textAreaBottom"/>
            <a:pathLst>
              <a:path w="2318446" h="2318446">
                <a:moveTo>
                  <a:pt x="0" y="0"/>
                </a:moveTo>
                <a:lnTo>
                  <a:pt x="2318446" y="0"/>
                </a:lnTo>
                <a:lnTo>
                  <a:pt x="2318446" y="2318447"/>
                </a:lnTo>
                <a:lnTo>
                  <a:pt x="0" y="23184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Freeform 23"/>
          <p:cNvSpPr/>
          <p:nvPr/>
        </p:nvSpPr>
        <p:spPr>
          <a:xfrm>
            <a:off x="9934200" y="3500280"/>
            <a:ext cx="1965600" cy="1965600"/>
          </a:xfrm>
          <a:custGeom>
            <a:avLst/>
            <a:gdLst>
              <a:gd name="textAreaLeft" fmla="*/ 0 w 1965600"/>
              <a:gd name="textAreaRight" fmla="*/ 1965960 w 1965600"/>
              <a:gd name="textAreaTop" fmla="*/ 0 h 1965600"/>
              <a:gd name="textAreaBottom" fmla="*/ 1965960 h 1965600"/>
            </a:gdLst>
            <a:ahLst/>
            <a:cxnLst/>
            <a:rect l="textAreaLeft" t="textAreaTop" r="textAreaRight" b="textAreaBottom"/>
            <a:pathLst>
              <a:path w="1965946" h="1965946">
                <a:moveTo>
                  <a:pt x="0" y="0"/>
                </a:moveTo>
                <a:lnTo>
                  <a:pt x="1965946" y="0"/>
                </a:lnTo>
                <a:lnTo>
                  <a:pt x="1965946" y="1965946"/>
                </a:lnTo>
                <a:lnTo>
                  <a:pt x="0" y="19659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Freeform 24"/>
          <p:cNvSpPr/>
          <p:nvPr/>
        </p:nvSpPr>
        <p:spPr>
          <a:xfrm>
            <a:off x="14094360" y="3422160"/>
            <a:ext cx="1925640" cy="1925640"/>
          </a:xfrm>
          <a:custGeom>
            <a:avLst/>
            <a:gdLst>
              <a:gd name="textAreaLeft" fmla="*/ 0 w 1925640"/>
              <a:gd name="textAreaRight" fmla="*/ 1926000 w 1925640"/>
              <a:gd name="textAreaTop" fmla="*/ 0 h 1925640"/>
              <a:gd name="textAreaBottom" fmla="*/ 1926000 h 1925640"/>
            </a:gdLst>
            <a:ahLst/>
            <a:cxnLst/>
            <a:rect l="textAreaLeft" t="textAreaTop" r="textAreaRight" b="textAreaBottom"/>
            <a:pathLst>
              <a:path w="1926038" h="1926038">
                <a:moveTo>
                  <a:pt x="0" y="0"/>
                </a:moveTo>
                <a:lnTo>
                  <a:pt x="1926038" y="0"/>
                </a:lnTo>
                <a:lnTo>
                  <a:pt x="1926038" y="1926038"/>
                </a:lnTo>
                <a:lnTo>
                  <a:pt x="0" y="19260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Freeform 27"/>
          <p:cNvSpPr/>
          <p:nvPr/>
        </p:nvSpPr>
        <p:spPr>
          <a:xfrm>
            <a:off x="3798360" y="6454800"/>
            <a:ext cx="1997280" cy="1997280"/>
          </a:xfrm>
          <a:custGeom>
            <a:avLst/>
            <a:gdLst>
              <a:gd name="textAreaLeft" fmla="*/ 0 w 1997280"/>
              <a:gd name="textAreaRight" fmla="*/ 1997640 w 1997280"/>
              <a:gd name="textAreaTop" fmla="*/ 0 h 1997280"/>
              <a:gd name="textAreaBottom" fmla="*/ 1997640 h 1997280"/>
            </a:gdLst>
            <a:ahLst/>
            <a:cxnLst/>
            <a:rect l="textAreaLeft" t="textAreaTop" r="textAreaRight" b="textAreaBottom"/>
            <a:pathLst>
              <a:path w="1997765" h="1997765">
                <a:moveTo>
                  <a:pt x="0" y="0"/>
                </a:moveTo>
                <a:lnTo>
                  <a:pt x="1997765" y="0"/>
                </a:lnTo>
                <a:lnTo>
                  <a:pt x="1997765" y="1997765"/>
                </a:lnTo>
                <a:lnTo>
                  <a:pt x="0" y="19977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Freeform 28"/>
          <p:cNvSpPr/>
          <p:nvPr/>
        </p:nvSpPr>
        <p:spPr>
          <a:xfrm>
            <a:off x="7656120" y="6369840"/>
            <a:ext cx="2278080" cy="2278080"/>
          </a:xfrm>
          <a:custGeom>
            <a:avLst/>
            <a:gdLst>
              <a:gd name="textAreaLeft" fmla="*/ 0 w 2278080"/>
              <a:gd name="textAreaRight" fmla="*/ 2278440 w 2278080"/>
              <a:gd name="textAreaTop" fmla="*/ 0 h 2278080"/>
              <a:gd name="textAreaBottom" fmla="*/ 2278440 h 2278080"/>
            </a:gdLst>
            <a:ahLst/>
            <a:cxnLst/>
            <a:rect l="textAreaLeft" t="textAreaTop" r="textAreaRight" b="textAreaBottom"/>
            <a:pathLst>
              <a:path w="2278337" h="2278337">
                <a:moveTo>
                  <a:pt x="0" y="0"/>
                </a:moveTo>
                <a:lnTo>
                  <a:pt x="2278337" y="0"/>
                </a:lnTo>
                <a:lnTo>
                  <a:pt x="2278337" y="2278337"/>
                </a:lnTo>
                <a:lnTo>
                  <a:pt x="0" y="22783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Freeform 29"/>
          <p:cNvSpPr/>
          <p:nvPr/>
        </p:nvSpPr>
        <p:spPr>
          <a:xfrm>
            <a:off x="11761200" y="5978520"/>
            <a:ext cx="2669400" cy="2669400"/>
          </a:xfrm>
          <a:custGeom>
            <a:avLst/>
            <a:gdLst>
              <a:gd name="textAreaLeft" fmla="*/ 0 w 2669400"/>
              <a:gd name="textAreaRight" fmla="*/ 2669760 w 2669400"/>
              <a:gd name="textAreaTop" fmla="*/ 0 h 2669400"/>
              <a:gd name="textAreaBottom" fmla="*/ 2669760 h 2669400"/>
            </a:gdLst>
            <a:ahLst/>
            <a:cxnLst/>
            <a:rect l="textAreaLeft" t="textAreaTop" r="textAreaRight" b="textAreaBottom"/>
            <a:pathLst>
              <a:path w="2669855" h="2669855">
                <a:moveTo>
                  <a:pt x="0" y="0"/>
                </a:moveTo>
                <a:lnTo>
                  <a:pt x="2669855" y="0"/>
                </a:lnTo>
                <a:lnTo>
                  <a:pt x="2669855" y="2669855"/>
                </a:lnTo>
                <a:lnTo>
                  <a:pt x="0" y="26698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TextBox 16"/>
          <p:cNvSpPr/>
          <p:nvPr/>
        </p:nvSpPr>
        <p:spPr>
          <a:xfrm>
            <a:off x="3316090" y="1518270"/>
            <a:ext cx="14960880" cy="10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235"/>
              </a:lnSpc>
            </a:pPr>
            <a:r>
              <a:rPr lang="en-US" sz="588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TECNOLOGIAS UTILIZADAS</a:t>
            </a:r>
            <a:endParaRPr lang="pt-BR" sz="58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"/>
          <p:cNvGrpSpPr/>
          <p:nvPr/>
        </p:nvGrpSpPr>
        <p:grpSpPr>
          <a:xfrm>
            <a:off x="2841120" y="1936148"/>
            <a:ext cx="15442145" cy="232490"/>
            <a:chOff x="2841120" y="3122280"/>
            <a:chExt cx="16283520" cy="264240"/>
          </a:xfrm>
        </p:grpSpPr>
        <p:sp>
          <p:nvSpPr>
            <p:cNvPr id="140" name="Freeform 1"/>
            <p:cNvSpPr/>
            <p:nvPr/>
          </p:nvSpPr>
          <p:spPr>
            <a:xfrm>
              <a:off x="2841120" y="333900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1" name="TextBox 1"/>
            <p:cNvSpPr/>
            <p:nvPr/>
          </p:nvSpPr>
          <p:spPr>
            <a:xfrm>
              <a:off x="2841120" y="3122280"/>
              <a:ext cx="162835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42" name="Group 3"/>
          <p:cNvGrpSpPr/>
          <p:nvPr/>
        </p:nvGrpSpPr>
        <p:grpSpPr>
          <a:xfrm>
            <a:off x="7892935" y="1587338"/>
            <a:ext cx="8960400" cy="930110"/>
            <a:chOff x="7647480" y="1667520"/>
            <a:chExt cx="8960400" cy="2414880"/>
          </a:xfrm>
        </p:grpSpPr>
        <p:sp>
          <p:nvSpPr>
            <p:cNvPr id="143" name="Freeform 4"/>
            <p:cNvSpPr/>
            <p:nvPr/>
          </p:nvSpPr>
          <p:spPr>
            <a:xfrm>
              <a:off x="7647480" y="1836720"/>
              <a:ext cx="8960400" cy="2245680"/>
            </a:xfrm>
            <a:custGeom>
              <a:avLst/>
              <a:gdLst>
                <a:gd name="textAreaLeft" fmla="*/ 0 w 8960400"/>
                <a:gd name="textAreaRight" fmla="*/ 8960760 w 8960400"/>
                <a:gd name="textAreaTop" fmla="*/ 0 h 2245680"/>
                <a:gd name="textAreaBottom" fmla="*/ 2246040 h 2245680"/>
              </a:gdLst>
              <a:ahLst/>
              <a:cxnLst/>
              <a:rect l="textAreaLeft" t="textAreaTop" r="textAreaRight" b="textAreaBottom"/>
              <a:pathLst>
                <a:path w="3025172" h="758214">
                  <a:moveTo>
                    <a:pt x="0" y="0"/>
                  </a:moveTo>
                  <a:lnTo>
                    <a:pt x="3025172" y="0"/>
                  </a:lnTo>
                  <a:lnTo>
                    <a:pt x="3025172" y="758214"/>
                  </a:lnTo>
                  <a:lnTo>
                    <a:pt x="0" y="758214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4" name="TextBox 2"/>
            <p:cNvSpPr/>
            <p:nvPr/>
          </p:nvSpPr>
          <p:spPr>
            <a:xfrm>
              <a:off x="7647480" y="1667520"/>
              <a:ext cx="8960400" cy="241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45" name="TextBox 3"/>
          <p:cNvSpPr/>
          <p:nvPr/>
        </p:nvSpPr>
        <p:spPr>
          <a:xfrm>
            <a:off x="8784287" y="1415736"/>
            <a:ext cx="8238718" cy="1101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9238"/>
              </a:lnSpc>
            </a:pPr>
            <a:r>
              <a:rPr lang="en-US" sz="660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OBJETIVO DA </a:t>
            </a:r>
            <a:r>
              <a:rPr lang="en-US" sz="6600" dirty="0">
                <a:solidFill>
                  <a:srgbClr val="FFFBF5"/>
                </a:solidFill>
                <a:latin typeface="Anaphora"/>
                <a:ea typeface="Anaphora"/>
              </a:rPr>
              <a:t>SPRINT</a:t>
            </a:r>
            <a:endParaRPr lang="pt-BR" sz="6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E1893-9DD0-9309-0C13-61DF04A46F06}"/>
              </a:ext>
            </a:extLst>
          </p:cNvPr>
          <p:cNvSpPr txBox="1"/>
          <p:nvPr/>
        </p:nvSpPr>
        <p:spPr>
          <a:xfrm>
            <a:off x="2472366" y="2770600"/>
            <a:ext cx="15210399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Sprint </a:t>
            </a:r>
            <a:r>
              <a:rPr lang="en-US" sz="4000" b="1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Atual</a:t>
            </a:r>
            <a:r>
              <a:rPr lang="en-US" sz="40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</a:t>
            </a:r>
            <a:endParaRPr lang="en-US" sz="4000" b="1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sz="4000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Implementação do login, com personalização conforme o tipo de acesso.</a:t>
            </a:r>
          </a:p>
          <a:p>
            <a:endParaRPr lang="en-US" sz="40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Histórico de horas trabalhadas por profissional</a:t>
            </a:r>
          </a:p>
          <a:p>
            <a:pPr marL="285750" indent="-285750">
              <a:buFont typeface="Arial"/>
              <a:buChar char="•"/>
            </a:pP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Filtro por periodo</a:t>
            </a:r>
          </a:p>
          <a:p>
            <a:endParaRPr lang="en-US" sz="40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tela de histórico de pontos com detalhamento por funcionário</a:t>
            </a:r>
            <a:endParaRPr lang="en-US" sz="40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2"/>
          <p:cNvGrpSpPr/>
          <p:nvPr/>
        </p:nvGrpSpPr>
        <p:grpSpPr>
          <a:xfrm>
            <a:off x="6530" y="658080"/>
            <a:ext cx="18259926" cy="264240"/>
            <a:chOff x="-682200" y="658080"/>
            <a:chExt cx="19652040" cy="264240"/>
          </a:xfrm>
        </p:grpSpPr>
        <p:sp>
          <p:nvSpPr>
            <p:cNvPr id="176" name="Freeform 3"/>
            <p:cNvSpPr/>
            <p:nvPr/>
          </p:nvSpPr>
          <p:spPr>
            <a:xfrm>
              <a:off x="-682200" y="875160"/>
              <a:ext cx="19652040" cy="47160"/>
            </a:xfrm>
            <a:custGeom>
              <a:avLst/>
              <a:gdLst>
                <a:gd name="textAreaLeft" fmla="*/ 0 w 19652040"/>
                <a:gd name="textAreaRight" fmla="*/ 19652400 w 1965204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5175951" h="12543">
                  <a:moveTo>
                    <a:pt x="0" y="0"/>
                  </a:moveTo>
                  <a:lnTo>
                    <a:pt x="5175951" y="0"/>
                  </a:lnTo>
                  <a:lnTo>
                    <a:pt x="517595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77" name="TextBox 4"/>
            <p:cNvSpPr/>
            <p:nvPr/>
          </p:nvSpPr>
          <p:spPr>
            <a:xfrm>
              <a:off x="284953" y="658080"/>
              <a:ext cx="18684887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78" name="Group 5"/>
          <p:cNvGrpSpPr/>
          <p:nvPr/>
        </p:nvGrpSpPr>
        <p:grpSpPr>
          <a:xfrm>
            <a:off x="1281240" y="136080"/>
            <a:ext cx="12191040" cy="1293432"/>
            <a:chOff x="1281240" y="136080"/>
            <a:chExt cx="12191040" cy="1574280"/>
          </a:xfrm>
        </p:grpSpPr>
        <p:sp>
          <p:nvSpPr>
            <p:cNvPr id="179" name="Freeform 6"/>
            <p:cNvSpPr/>
            <p:nvPr/>
          </p:nvSpPr>
          <p:spPr>
            <a:xfrm>
              <a:off x="1281240" y="305640"/>
              <a:ext cx="12191040" cy="1404720"/>
            </a:xfrm>
            <a:custGeom>
              <a:avLst/>
              <a:gdLst>
                <a:gd name="textAreaLeft" fmla="*/ 0 w 12191040"/>
                <a:gd name="textAreaRight" fmla="*/ 12191400 w 1219104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4115914" h="474320">
                  <a:moveTo>
                    <a:pt x="0" y="0"/>
                  </a:moveTo>
                  <a:lnTo>
                    <a:pt x="4115914" y="0"/>
                  </a:lnTo>
                  <a:lnTo>
                    <a:pt x="4115914" y="474320"/>
                  </a:lnTo>
                  <a:lnTo>
                    <a:pt x="0" y="474320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80" name="TextBox 7"/>
            <p:cNvSpPr/>
            <p:nvPr/>
          </p:nvSpPr>
          <p:spPr>
            <a:xfrm>
              <a:off x="1281240" y="136080"/>
              <a:ext cx="12191040" cy="157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81" name="TextBox 8"/>
          <p:cNvSpPr/>
          <p:nvPr/>
        </p:nvSpPr>
        <p:spPr>
          <a:xfrm>
            <a:off x="2654640" y="88772"/>
            <a:ext cx="12978720" cy="13877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1597"/>
              </a:lnSpc>
            </a:pPr>
            <a:r>
              <a:rPr lang="pt-BR" sz="8280">
                <a:solidFill>
                  <a:srgbClr val="FFFBF5"/>
                </a:solidFill>
                <a:latin typeface="Anaphora"/>
              </a:rPr>
              <a:t>O</a:t>
            </a:r>
            <a:r>
              <a:rPr lang="en-US" sz="8280">
                <a:solidFill>
                  <a:srgbClr val="FFFBF5"/>
                </a:solidFill>
                <a:latin typeface="Anaphora"/>
              </a:rPr>
              <a:t>BRIGADO A TODOS!</a:t>
            </a:r>
            <a:endParaRPr lang="pt-BR" sz="82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Freeform 2"/>
          <p:cNvSpPr/>
          <p:nvPr/>
        </p:nvSpPr>
        <p:spPr>
          <a:xfrm>
            <a:off x="5301683" y="2585520"/>
            <a:ext cx="6823080" cy="6826320"/>
          </a:xfrm>
          <a:custGeom>
            <a:avLst/>
            <a:gdLst>
              <a:gd name="textAreaLeft" fmla="*/ 0 w 6823080"/>
              <a:gd name="textAreaRight" fmla="*/ 6823440 w 6823080"/>
              <a:gd name="textAreaTop" fmla="*/ 0 h 6826320"/>
              <a:gd name="textAreaBottom" fmla="*/ 6826680 h 6826320"/>
            </a:gdLst>
            <a:ahLst/>
            <a:cxnLst/>
            <a:rect l="textAreaLeft" t="textAreaTop" r="textAreaRight" b="textAreaBottom"/>
            <a:pathLst>
              <a:path w="6823330" h="6826790">
                <a:moveTo>
                  <a:pt x="0" y="0"/>
                </a:moveTo>
                <a:lnTo>
                  <a:pt x="6823330" y="0"/>
                </a:lnTo>
                <a:lnTo>
                  <a:pt x="6823330" y="6826790"/>
                </a:lnTo>
                <a:lnTo>
                  <a:pt x="0" y="68267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149</Words>
  <Application>Microsoft Office PowerPoint</Application>
  <PresentationFormat>Custom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8</vt:i4>
      </vt:variant>
    </vt:vector>
  </HeadingPairs>
  <TitlesOfParts>
    <vt:vector size="29" baseType="lpstr">
      <vt:lpstr>Aleo Bold</vt:lpstr>
      <vt:lpstr>Anaphora</vt:lpstr>
      <vt:lpstr>Anaphora Bold</vt:lpstr>
      <vt:lpstr>Anaphora Heavy</vt:lpstr>
      <vt:lpstr>Arial</vt:lpstr>
      <vt:lpstr>Arial,Sans-Serif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VORTEK_SPRT1]</dc:title>
  <dc:subject/>
  <dc:creator/>
  <dc:description/>
  <cp:lastModifiedBy>Mariana Oliveira Oliveira</cp:lastModifiedBy>
  <cp:revision>172</cp:revision>
  <dcterms:created xsi:type="dcterms:W3CDTF">2006-08-16T00:00:00Z</dcterms:created>
  <dcterms:modified xsi:type="dcterms:W3CDTF">2025-05-24T23:56:11Z</dcterms:modified>
  <dc:identifier>DAGjPBzS04w</dc:identifier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Personalizar</vt:lpwstr>
  </property>
  <property fmtid="{D5CDD505-2E9C-101B-9397-08002B2CF9AE}" pid="3" name="Slides">
    <vt:i4>10</vt:i4>
  </property>
</Properties>
</file>